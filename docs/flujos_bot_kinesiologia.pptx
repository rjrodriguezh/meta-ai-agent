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88720" cy="1188720"/>
          </a:xfrm>
          <a:prstGeom prst="roundRect">
            <a:avLst>
              <a:gd name="adj" fmla="val 2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de WhatsApp — Felipe Castillo Kinesiología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gráfica de los flujos conversacionales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pacientes · agenda · fichas y ejercicios · consultas generales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HACER EL BOT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Ocho funciones, tres grupos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9397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hora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7802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un horario disponible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31012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94176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fecha u hora de una cita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526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cita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91032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 una hora agendada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41732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417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ficha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9659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4568" y="209397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paciente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247802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RUT, peso y altura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182112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44568" y="331012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ficha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3694176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Zona, diagnóstico y ejercicios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4398264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44568" y="4526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ejercicios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44568" y="491032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asignada, con video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141732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1417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19659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39328" y="209397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generales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39328" y="247802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precios y previsión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3182112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39328" y="331012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a Felipe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3694176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bilaterales o complejos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FICHA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paciente nuevo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3640" y="384048"/>
            <a:ext cx="5349240" cy="6309360"/>
          </a:xfrm>
          <a:prstGeom prst="roundRect">
            <a:avLst>
              <a:gd name="adj" fmla="val 239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786384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84264" y="78638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1264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37960" y="1453896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84264" y="145389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 No tengo tu registro todavía. ¿Cuál es tu nombre y apellido?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280160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37960" y="2121408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84264" y="212140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Soto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47672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2788920"/>
            <a:ext cx="48006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84264" y="278892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Listo, María. Ya te registré.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tu RUT?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15184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37960" y="3639312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84264" y="363931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11.222.333-4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465576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37960" y="4306824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84264" y="430682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tu peso? (opcional, puedes responder "no")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13308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37960" y="4974336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84264" y="497433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800600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37960" y="5641848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84264" y="564184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tu altura? (opcional)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468112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37960" y="6309360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84264" y="630936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6135624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4173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escribir “Hola” desde un número sin ficha, el bot pide en orden: nombre y apellido, luego RUT (obligatorio), y por último peso y altura (opcionales — el paciente puede responder “no” para saltarlos).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teléfono no se pregunta: ya llega desde WhatsApp.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55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interno: esperando_rut → esperando_peso → esperando_altura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FICHA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guiado por zona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3640" y="384048"/>
            <a:ext cx="5349240" cy="6309360"/>
          </a:xfrm>
          <a:prstGeom prst="roundRect">
            <a:avLst>
              <a:gd name="adj" fmla="val 239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786384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84264" y="78638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zona tienes la lesión?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1264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37960" y="1453896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84264" y="145389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rodilla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280160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37960" y="2121408"/>
            <a:ext cx="4800600" cy="1298448"/>
          </a:xfrm>
          <a:prstGeom prst="roundRect">
            <a:avLst>
              <a:gd name="adj" fmla="val 704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84264" y="2121408"/>
            <a:ext cx="450799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Condromalacia rotuliana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Meniscopatía / Esguince de rodilla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Post-cirugía de rodilla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Tendinitis pata de ganso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el número.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47672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3703320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84264" y="370332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529584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37960" y="4370832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84264" y="437083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¿Quisiste decir Condromalacia rotuliana?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197096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37960" y="5038344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84264" y="503834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6460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4173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Terminado el registro, el bot pregunta en qué zona del cuerpo está la lesión y muestra los diagnósticos de esa zona como un menú numerado.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paciente ya escribió algo que calza con el catálogo, se lo confirma directo (“¿Quisiste decir X?”) en vez de mostrar el menú.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Catálogo: 25 diagnósticos en 8 zonas, activities-service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FICHA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creada con ejercicios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3640" y="384048"/>
            <a:ext cx="5349240" cy="6309360"/>
          </a:xfrm>
          <a:prstGeom prst="roundRect">
            <a:avLst>
              <a:gd name="adj" fmla="val 239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786384"/>
            <a:ext cx="4800600" cy="932688"/>
          </a:xfrm>
          <a:prstGeom prst="roundRect">
            <a:avLst>
              <a:gd name="adj" fmla="val 980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84264" y="786384"/>
            <a:ext cx="4507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Listo, ficha creada por Condromalacia rotuliana (10 sesiones). Incluye 3 ejercicios que te iré enviando para que hagas en casa.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fonasa? Así te paso los precios.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1264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37960" y="2002536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84264" y="200253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828800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37960" y="2670048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84264" y="267004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ejercicios me tocan?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96312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3337560"/>
            <a:ext cx="4800600" cy="932688"/>
          </a:xfrm>
          <a:prstGeom prst="roundRect">
            <a:avLst>
              <a:gd name="adj" fmla="val 980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84264" y="3337560"/>
            <a:ext cx="4507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Extensión de rodilla en silla (quad set)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Step up (subida al escalón)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Isquiotibiales con banda en prono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de video en cada uno]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163824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4173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confirmar el diagnóstico, el bot revisa que no haya una ficha activa duplicada, crea la ficha y menciona cuántos ejercicios trae asociados.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adelante el paciente puede pedir su rutina en cualquier momento y el bot responde con el video de cada ejercicio.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activities-service, catálogo diagnóstico ↔ ejercicios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Agendar, reagendar y cancelar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290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hora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429000" cy="4709160"/>
          </a:xfrm>
          <a:prstGeom prst="roundRect">
            <a:avLst>
              <a:gd name="adj" fmla="val 373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57984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215798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Quiero agendar una hora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8424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" y="278892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día y hora te acomoda?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15184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3419856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" y="341985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a las 10am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4612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4050792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" y="40507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Confirmo: lunes 10:00. ¿Está bien?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77056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4681728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" y="468172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07992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5312664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" y="531266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Listo, quedas agendado/a.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3892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4840" y="1371600"/>
            <a:ext cx="34290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34840" y="1371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1828800"/>
            <a:ext cx="3429000" cy="4709160"/>
          </a:xfrm>
          <a:prstGeom prst="roundRect">
            <a:avLst>
              <a:gd name="adj" fmla="val 373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157984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9744" y="215798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cambiar mi hora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198424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78892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9744" y="278892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cita el jueves 15:00. ¿Para cuándo la cambio?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2615184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602736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9744" y="360273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11am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42900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4233672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9744" y="423367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Confirmo el cambio a miércoles 11:00. ¿Correcto?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4059936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5047488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09744" y="504748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4873752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5678424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09744" y="567842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Listo, cita reagendada.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63440" y="550468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321040" y="1371600"/>
            <a:ext cx="34290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21040" y="1371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cita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321040" y="1828800"/>
            <a:ext cx="3429000" cy="4709160"/>
          </a:xfrm>
          <a:prstGeom prst="roundRect">
            <a:avLst>
              <a:gd name="adj" fmla="val 373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49640" y="2157984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695944" y="215798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Quiero cancelar mi cita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49640" y="1984248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549640" y="278892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695944" y="278892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cita el jueves 15:00. ¿Confirmas la cancelación?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549640" y="2615184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549640" y="3602736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695944" y="360273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549640" y="3429000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549640" y="4233672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695944" y="423367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cancelada.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8549640" y="4059936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generales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3640" y="384048"/>
            <a:ext cx="5349240" cy="6309360"/>
          </a:xfrm>
          <a:prstGeom prst="roundRect">
            <a:avLst>
              <a:gd name="adj" fmla="val 239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786384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84264" y="78638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vale la sesión?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1264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37960" y="1453896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84264" y="145389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fonasa? Así te paso los precios.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280160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37960" y="2121408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84264" y="212140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47672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2788920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84264" y="278892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¿Tramo A, B, C o D?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15184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37960" y="3456432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84264" y="345643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282696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37960" y="4123944"/>
            <a:ext cx="48006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84264" y="4123944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sesiones por fonasa valen alrededor de $38.000...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[precio, dirección y códigos FONASA exactos]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5020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4173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precios y previsión vienen directo del documento de fine-tuning de Felipe. El bot mantiene el estado de la conversación (esperando_fonasa, esperando_tramo) para no perder el hilo entre mensajes.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finetuning_compact_v3_felipe.md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Derivación a Felipe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3640" y="384048"/>
            <a:ext cx="5349240" cy="6309360"/>
          </a:xfrm>
          <a:prstGeom prst="roundRect">
            <a:avLst>
              <a:gd name="adj" fmla="val 2393"/>
            </a:avLst>
          </a:prstGeom>
          <a:solidFill>
            <a:srgbClr val="F1F7F6"/>
          </a:solidFill>
          <a:ln w="12700">
            <a:solidFill>
              <a:srgbClr val="F1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786384"/>
            <a:ext cx="4800600" cy="384048"/>
          </a:xfrm>
          <a:prstGeom prst="roundRect">
            <a:avLst>
              <a:gd name="adj" fmla="val 23810"/>
            </a:avLst>
          </a:prstGeom>
          <a:solidFill>
            <a:srgbClr val="F1F5F4"/>
          </a:solidFill>
          <a:ln w="9525">
            <a:solidFill>
              <a:srgbClr val="D7E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84264" y="786384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dolor en ambas rodillas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12648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37960" y="1453896"/>
            <a:ext cx="48006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84264" y="1453896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la información, en un momento Felipe te contacta personalmente para coordinar tu tratamiento.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280160"/>
            <a:ext cx="4800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diagnóstico menciona dos zonas distintas (bilateral) o el caso es ambiguo, el bot no crea una ficha automática: deriva la conversación a Felipe directamente.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esBilateral(diagnostico) en actions.go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REVISAR JUNTOS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8653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exactos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128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redacción de cada pregunta y mensaje de confirmación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916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preguntas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264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si peso/altura deberían ir antes que la zona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39684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límite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si el paciente no reconoce ninguna zona ni diagnóstico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50200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en vivo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3675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el flujo completo por WhatsApp con un número nuevo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2026-09-19T12:02:38Z</dcterms:created>
  <dcterms:modified xsi:type="dcterms:W3CDTF">2026-09-19T12:02:38Z</dcterms:modified>
</cp:coreProperties>
</file>